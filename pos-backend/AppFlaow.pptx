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A84C-E4BD-692C-75BE-C2DCE12DD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F5B67-4C3D-8C56-6FC7-38838F556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592B2-A045-FE15-065D-93EED6E7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0B9B6-4C53-2988-9BA2-605F26AB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0DC0D-2C6C-26CE-BBA5-0A9F2E65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00AD-437F-FE25-396C-764239CE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D7C5F-3084-6BDC-5B0E-68B5C1FC6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D86F1-A221-2BE5-A6DC-BB847851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9D149-A352-933C-4F6D-EC081BCC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77F53-8FA8-0809-F80E-E6CF5FA3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C4B7-C828-5AD7-45B2-8EE02BF1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5C4FF-886A-4700-43F9-58C55B0C8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8F776-4F0F-5735-C2B3-16DA790E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38DF8-3850-6369-F332-34B653D8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523DF-1E1F-87B7-F9A8-EB266AA4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4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86E6-10C2-8B92-89B5-02FC4F3A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65AA9-B185-F90B-3299-BDA7C4641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B914E-CECB-A086-9CF3-64C1C3AEB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07D8C-DE7F-7E20-B11C-54364DF8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99453-E649-B512-588C-CA891EA7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9882B-6F19-EAC2-5D80-3BBAF89F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5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2A91-F5CE-626B-A471-00D88488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0EF97-20E1-1BAF-6B89-DC881DDB3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0F5A4-6CD5-72F0-E2E7-7FD617E9A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5A4E6-9489-8D7B-EE10-9A7119A1F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95D48-44BD-60C7-4441-494D1E8D1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AC0DE9-89EF-D9AB-8D35-AE9FF516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CDA0B-ED75-550F-DDAE-C2629995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B63E7-37BF-AD73-9D23-D12D81E6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8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6F19-9628-D4D1-F7C5-262FDD4E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3D439-800A-41F6-AAE4-B919234A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71EC8-13FA-6B88-F24F-A290CFB6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27DD9-C5EC-D582-A354-CEDEE630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75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8E081-4DDE-CBD9-B803-C23FFDA8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A1DCD-5C61-D8B9-B6E0-17F4237C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56893-DB79-6022-5AEC-52BB0A0E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57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36AA-F2B5-A3C9-00B7-882B8C2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76A76-71EC-CE87-9CC6-28AD33AE6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2DBA1-F21D-3E0C-84BF-77B030884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856D2-B66E-3C0E-65E5-A863DD6F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CF3D9-6662-A90E-79CF-C1722648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88A9D-DC3B-B1AC-9A3A-C33756E6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6568-CA2E-26C7-F241-DAD24A1F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42F46-E797-3A29-F847-3C2AEC436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261D8-BC72-2FC9-FE86-5485CA8CB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647D8-4A50-7B55-40AF-C4A84691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97BCF-372E-A503-F4FA-6D40E51E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21036-8D30-3659-7ED6-6CCF01EF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46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E0EB-8929-02E8-D600-070939F9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03626-9F57-779E-8EFE-AA7C3864E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3589E-6D44-342F-2F6C-4E36ACFB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92D7F-659F-656F-349B-12B34CB6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75D36-6A8E-ECEF-BF98-4D077F9B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2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21602-3EB9-885B-6DA1-3AA9AE38B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6E394-9912-0171-BD48-21D22910C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B1A6A-A656-F0ED-51D4-522CBF90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ADA3-9FAE-0A5C-09E3-C872E6D5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A09A-2985-4B1C-04C8-378F352D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6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74C19-F377-FBD3-35DB-41936439A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4D06B-BEBC-7384-1663-6243D6D2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781A-BD56-B1D1-9E19-25F36E8AD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967F8-2707-48BE-B5A7-D8AD8CF4A70D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A715-49A8-7992-452E-6083CE148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B14A1-10EB-81B3-5B1D-65EAEAB67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3635-7052-4AC8-8E7A-346755B66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06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EFCB12-9E33-A3FA-493F-CFBB757EAED4}"/>
              </a:ext>
            </a:extLst>
          </p:cNvPr>
          <p:cNvSpPr/>
          <p:nvPr/>
        </p:nvSpPr>
        <p:spPr>
          <a:xfrm>
            <a:off x="157316" y="73742"/>
            <a:ext cx="11877367" cy="65581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A4B94-025A-B6CE-4673-A6E7A8E0CACE}"/>
              </a:ext>
            </a:extLst>
          </p:cNvPr>
          <p:cNvSpPr/>
          <p:nvPr/>
        </p:nvSpPr>
        <p:spPr>
          <a:xfrm>
            <a:off x="275302" y="226142"/>
            <a:ext cx="11690555" cy="943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POS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F219EE-85AA-8F20-E2E1-75AB8F4BD20D}"/>
              </a:ext>
            </a:extLst>
          </p:cNvPr>
          <p:cNvSpPr/>
          <p:nvPr/>
        </p:nvSpPr>
        <p:spPr>
          <a:xfrm>
            <a:off x="442452" y="373626"/>
            <a:ext cx="639096" cy="63909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421580-6DBC-513B-FDE8-3DBEF22F455D}"/>
              </a:ext>
            </a:extLst>
          </p:cNvPr>
          <p:cNvSpPr/>
          <p:nvPr/>
        </p:nvSpPr>
        <p:spPr>
          <a:xfrm>
            <a:off x="2979174" y="2104103"/>
            <a:ext cx="6292645" cy="34117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813EA-4496-EDAB-F936-D43141B33F5C}"/>
              </a:ext>
            </a:extLst>
          </p:cNvPr>
          <p:cNvSpPr/>
          <p:nvPr/>
        </p:nvSpPr>
        <p:spPr>
          <a:xfrm>
            <a:off x="3426542" y="2403987"/>
            <a:ext cx="1907459" cy="353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User Email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8F61-C747-CED5-AFA4-8CA5069D7760}"/>
              </a:ext>
            </a:extLst>
          </p:cNvPr>
          <p:cNvSpPr/>
          <p:nvPr/>
        </p:nvSpPr>
        <p:spPr>
          <a:xfrm>
            <a:off x="3426541" y="3546986"/>
            <a:ext cx="1907459" cy="353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Password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A09B6-2384-D2F8-FA72-CE4A1AD9B340}"/>
              </a:ext>
            </a:extLst>
          </p:cNvPr>
          <p:cNvSpPr/>
          <p:nvPr/>
        </p:nvSpPr>
        <p:spPr>
          <a:xfrm>
            <a:off x="3426541" y="2866100"/>
            <a:ext cx="5397911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6FC32-E7D1-D10E-5201-A746A18EAF63}"/>
              </a:ext>
            </a:extLst>
          </p:cNvPr>
          <p:cNvSpPr/>
          <p:nvPr/>
        </p:nvSpPr>
        <p:spPr>
          <a:xfrm>
            <a:off x="3426540" y="4006640"/>
            <a:ext cx="5397911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0562BC-7437-F862-E7EB-EEC4224B63C2}"/>
              </a:ext>
            </a:extLst>
          </p:cNvPr>
          <p:cNvSpPr/>
          <p:nvPr/>
        </p:nvSpPr>
        <p:spPr>
          <a:xfrm>
            <a:off x="6567948" y="4670323"/>
            <a:ext cx="2256503" cy="3539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Login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5A8900-5473-2FBC-3877-E9FCD46FBBE7}"/>
              </a:ext>
            </a:extLst>
          </p:cNvPr>
          <p:cNvSpPr/>
          <p:nvPr/>
        </p:nvSpPr>
        <p:spPr>
          <a:xfrm>
            <a:off x="3426540" y="4670323"/>
            <a:ext cx="2669460" cy="3539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accent1"/>
                </a:solidFill>
              </a:rPr>
              <a:t>Forgot Password</a:t>
            </a:r>
          </a:p>
        </p:txBody>
      </p:sp>
    </p:spTree>
    <p:extLst>
      <p:ext uri="{BB962C8B-B14F-4D97-AF65-F5344CB8AC3E}">
        <p14:creationId xmlns:p14="http://schemas.microsoft.com/office/powerpoint/2010/main" val="932543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BC7E6F-A417-5075-4165-149606B6DC93}"/>
              </a:ext>
            </a:extLst>
          </p:cNvPr>
          <p:cNvSpPr/>
          <p:nvPr/>
        </p:nvSpPr>
        <p:spPr>
          <a:xfrm>
            <a:off x="157316" y="73742"/>
            <a:ext cx="11877367" cy="65581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39B6A-1616-9629-B629-22573084C5BF}"/>
              </a:ext>
            </a:extLst>
          </p:cNvPr>
          <p:cNvSpPr/>
          <p:nvPr/>
        </p:nvSpPr>
        <p:spPr>
          <a:xfrm>
            <a:off x="275302" y="226142"/>
            <a:ext cx="11690555" cy="943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POS Application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E75B49-7FD1-3F7A-852D-51AB4DE8D40C}"/>
              </a:ext>
            </a:extLst>
          </p:cNvPr>
          <p:cNvSpPr/>
          <p:nvPr/>
        </p:nvSpPr>
        <p:spPr>
          <a:xfrm>
            <a:off x="442452" y="373626"/>
            <a:ext cx="639096" cy="63909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CDF895-DCBC-26BE-3D78-ECD4BAB793E5}"/>
              </a:ext>
            </a:extLst>
          </p:cNvPr>
          <p:cNvSpPr/>
          <p:nvPr/>
        </p:nvSpPr>
        <p:spPr>
          <a:xfrm>
            <a:off x="2979174" y="2104103"/>
            <a:ext cx="6292645" cy="34117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D7A9EE-6819-1FA1-1200-F0CF327AEF91}"/>
              </a:ext>
            </a:extLst>
          </p:cNvPr>
          <p:cNvSpPr/>
          <p:nvPr/>
        </p:nvSpPr>
        <p:spPr>
          <a:xfrm>
            <a:off x="3421623" y="3205316"/>
            <a:ext cx="1907459" cy="353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User Email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1B2790-343C-6905-22FB-E7E157FB5799}"/>
              </a:ext>
            </a:extLst>
          </p:cNvPr>
          <p:cNvSpPr/>
          <p:nvPr/>
        </p:nvSpPr>
        <p:spPr>
          <a:xfrm>
            <a:off x="3421623" y="3633019"/>
            <a:ext cx="5397911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F120A4-89FA-087D-0346-99378D547795}"/>
              </a:ext>
            </a:extLst>
          </p:cNvPr>
          <p:cNvSpPr/>
          <p:nvPr/>
        </p:nvSpPr>
        <p:spPr>
          <a:xfrm>
            <a:off x="6567948" y="4670323"/>
            <a:ext cx="2256503" cy="3539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275264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1CA4CF-A7A1-5995-4E6F-03DFBBA600B9}"/>
              </a:ext>
            </a:extLst>
          </p:cNvPr>
          <p:cNvSpPr/>
          <p:nvPr/>
        </p:nvSpPr>
        <p:spPr>
          <a:xfrm>
            <a:off x="157316" y="73742"/>
            <a:ext cx="11877367" cy="65581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020FAF-4816-7F6B-0989-DDA776D302DD}"/>
              </a:ext>
            </a:extLst>
          </p:cNvPr>
          <p:cNvSpPr/>
          <p:nvPr/>
        </p:nvSpPr>
        <p:spPr>
          <a:xfrm>
            <a:off x="275302" y="226142"/>
            <a:ext cx="11690555" cy="943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POS Application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4B9B1C-4A20-913C-F7E7-693E19A96913}"/>
              </a:ext>
            </a:extLst>
          </p:cNvPr>
          <p:cNvSpPr/>
          <p:nvPr/>
        </p:nvSpPr>
        <p:spPr>
          <a:xfrm>
            <a:off x="442452" y="373626"/>
            <a:ext cx="639096" cy="63909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F28146-731D-F92A-A725-8CC678D9DB94}"/>
              </a:ext>
            </a:extLst>
          </p:cNvPr>
          <p:cNvSpPr/>
          <p:nvPr/>
        </p:nvSpPr>
        <p:spPr>
          <a:xfrm>
            <a:off x="2979174" y="2104103"/>
            <a:ext cx="6292645" cy="34117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2E020F-55D4-67B3-9F99-49211E257746}"/>
              </a:ext>
            </a:extLst>
          </p:cNvPr>
          <p:cNvSpPr/>
          <p:nvPr/>
        </p:nvSpPr>
        <p:spPr>
          <a:xfrm>
            <a:off x="3421623" y="3205316"/>
            <a:ext cx="1907459" cy="353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OTP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582088-4A7D-6B34-5C3E-9EA701834757}"/>
              </a:ext>
            </a:extLst>
          </p:cNvPr>
          <p:cNvSpPr/>
          <p:nvPr/>
        </p:nvSpPr>
        <p:spPr>
          <a:xfrm>
            <a:off x="6567948" y="4670323"/>
            <a:ext cx="2256503" cy="3539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Submit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362DE0-9263-DD52-9155-3B8331FB6E46}"/>
              </a:ext>
            </a:extLst>
          </p:cNvPr>
          <p:cNvSpPr/>
          <p:nvPr/>
        </p:nvSpPr>
        <p:spPr>
          <a:xfrm>
            <a:off x="3421623" y="3706761"/>
            <a:ext cx="491616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63FC6C-0266-8398-81CE-14A3EDAF99E7}"/>
              </a:ext>
            </a:extLst>
          </p:cNvPr>
          <p:cNvSpPr/>
          <p:nvPr/>
        </p:nvSpPr>
        <p:spPr>
          <a:xfrm>
            <a:off x="4036143" y="3706761"/>
            <a:ext cx="491616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7B2045-160D-223A-70B2-599E4EBC2C8F}"/>
              </a:ext>
            </a:extLst>
          </p:cNvPr>
          <p:cNvSpPr/>
          <p:nvPr/>
        </p:nvSpPr>
        <p:spPr>
          <a:xfrm>
            <a:off x="4689992" y="3706761"/>
            <a:ext cx="491616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CCA80B-CA0F-6519-29FC-302CB3C3F694}"/>
              </a:ext>
            </a:extLst>
          </p:cNvPr>
          <p:cNvSpPr/>
          <p:nvPr/>
        </p:nvSpPr>
        <p:spPr>
          <a:xfrm>
            <a:off x="5343841" y="3706761"/>
            <a:ext cx="491616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2884A5-79DF-B087-C7D7-37343E3E29F4}"/>
              </a:ext>
            </a:extLst>
          </p:cNvPr>
          <p:cNvSpPr/>
          <p:nvPr/>
        </p:nvSpPr>
        <p:spPr>
          <a:xfrm>
            <a:off x="5997690" y="3714135"/>
            <a:ext cx="491616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1BE7B3-8785-024C-04A4-C7BB270F4DA3}"/>
              </a:ext>
            </a:extLst>
          </p:cNvPr>
          <p:cNvSpPr/>
          <p:nvPr/>
        </p:nvSpPr>
        <p:spPr>
          <a:xfrm>
            <a:off x="6651539" y="3706760"/>
            <a:ext cx="491616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98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F82EAC-FF15-5F5F-BDB9-D2E346F3F0B9}"/>
              </a:ext>
            </a:extLst>
          </p:cNvPr>
          <p:cNvSpPr/>
          <p:nvPr/>
        </p:nvSpPr>
        <p:spPr>
          <a:xfrm>
            <a:off x="157316" y="73742"/>
            <a:ext cx="11877367" cy="65581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D8AA4-648B-9835-6159-6DD9353A909E}"/>
              </a:ext>
            </a:extLst>
          </p:cNvPr>
          <p:cNvSpPr/>
          <p:nvPr/>
        </p:nvSpPr>
        <p:spPr>
          <a:xfrm>
            <a:off x="275302" y="226142"/>
            <a:ext cx="11690555" cy="943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POS Application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7C0F29-20E3-913E-D00F-33A3F90C413E}"/>
              </a:ext>
            </a:extLst>
          </p:cNvPr>
          <p:cNvSpPr/>
          <p:nvPr/>
        </p:nvSpPr>
        <p:spPr>
          <a:xfrm>
            <a:off x="442452" y="373626"/>
            <a:ext cx="639096" cy="63909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9E6581-BBD3-481D-F9EE-E8FC64C0EF0D}"/>
              </a:ext>
            </a:extLst>
          </p:cNvPr>
          <p:cNvSpPr/>
          <p:nvPr/>
        </p:nvSpPr>
        <p:spPr>
          <a:xfrm>
            <a:off x="2979174" y="2104103"/>
            <a:ext cx="6292645" cy="34117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579E2E-CD21-EDAB-4555-A40A006FA42E}"/>
              </a:ext>
            </a:extLst>
          </p:cNvPr>
          <p:cNvSpPr/>
          <p:nvPr/>
        </p:nvSpPr>
        <p:spPr>
          <a:xfrm>
            <a:off x="3426542" y="2403987"/>
            <a:ext cx="2069690" cy="353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New Password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CA99C-F5E0-E584-216D-87527EA3100F}"/>
              </a:ext>
            </a:extLst>
          </p:cNvPr>
          <p:cNvSpPr/>
          <p:nvPr/>
        </p:nvSpPr>
        <p:spPr>
          <a:xfrm>
            <a:off x="3426541" y="3546986"/>
            <a:ext cx="2571136" cy="353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Confirm Password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D8B4B4-0AA2-B540-CA48-56D98AB15A52}"/>
              </a:ext>
            </a:extLst>
          </p:cNvPr>
          <p:cNvSpPr/>
          <p:nvPr/>
        </p:nvSpPr>
        <p:spPr>
          <a:xfrm>
            <a:off x="3426541" y="2866100"/>
            <a:ext cx="5397911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FD7293-DCC1-BC08-35B5-754F0B241AA1}"/>
              </a:ext>
            </a:extLst>
          </p:cNvPr>
          <p:cNvSpPr/>
          <p:nvPr/>
        </p:nvSpPr>
        <p:spPr>
          <a:xfrm>
            <a:off x="3426540" y="4006640"/>
            <a:ext cx="5397911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D7AE8F-AD7E-4A96-5FE5-A260EA44D4C4}"/>
              </a:ext>
            </a:extLst>
          </p:cNvPr>
          <p:cNvSpPr/>
          <p:nvPr/>
        </p:nvSpPr>
        <p:spPr>
          <a:xfrm>
            <a:off x="6567948" y="4670323"/>
            <a:ext cx="2256503" cy="3539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395183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Jayanta Sen</dc:creator>
  <cp:lastModifiedBy>Jayanta Sen</cp:lastModifiedBy>
  <cp:revision>1</cp:revision>
  <dcterms:created xsi:type="dcterms:W3CDTF">2026-07-26T11:20:51Z</dcterms:created>
  <dcterms:modified xsi:type="dcterms:W3CDTF">2026-07-26T11:38:06Z</dcterms:modified>
</cp:coreProperties>
</file>